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0A5F20-7B96-46E2-A953-7D9599023B5F}" v="5" dt="2026-07-14T21:58:07.544"/>
    <p1510:client id="{C7771356-A0DF-EAD1-B71C-60E1CBDCFC3B}" v="65" dt="2026-07-14T20:20:07.5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E8155-323C-4CB7-B4B5-22E752ADCBED}" type="datetimeFigureOut"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8D1F4-67DA-489D-BD7D-B73BDFD3E91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7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9E2D9-68A1-E6B0-E6F2-11931CC35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C4BF9-3AC2-A752-ED2E-AAD2E1476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CAFE8-504C-4FC8-4796-A5F99D5FF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7EAFD-86E1-117F-7613-26D91EF70D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52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16979-9E41-2148-DD03-BBAB4997D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EA650-148D-6FDC-3C1C-82F82C70D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51271-0369-A4A8-CD61-68F9ED76C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FA8CD-9036-689A-7182-9AE14604A5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97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5486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5F"/>
                </a:solidFill>
              </a:rPr>
              <a:t>Initiative Health Update – V1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206047"/>
              </p:ext>
            </p:extLst>
          </p:nvPr>
        </p:nvGraphicFramePr>
        <p:xfrm>
          <a:off x="182880" y="688100"/>
          <a:ext cx="11430000" cy="5790345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Initiative Name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Tower / Function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Initiative Owner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1F2937"/>
                          </a:solidFill>
                        </a:rPr>
                        <a:t>Initiative Objective</a:t>
                      </a:r>
                      <a:endParaRPr lang="en-US" sz="1000" b="1" dirty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Reporting Period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Overall Health Status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</a:rPr>
                        <a:t>Green</a:t>
                      </a: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 /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Amber</a:t>
                      </a: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 / </a:t>
                      </a:r>
                      <a:r>
                        <a:rPr lang="en-US" sz="1000" b="1" dirty="0">
                          <a:solidFill>
                            <a:srgbClr val="FF0000"/>
                          </a:solidFill>
                        </a:rPr>
                        <a:t>Red</a:t>
                      </a:r>
                      <a:endParaRPr 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Status Summary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Brief summary of current initiative health and progress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Key Accomplishments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Completed since last update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Work Currently Underway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Major activities in progress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Next Planned Activities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Planned next reporting period activities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Business Objectives / Expected Outcomes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Expected business outcomes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Progress vs. Plan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On Track / At Risk / Delayed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Key Milestones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Major milestones, target dates and status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Success Metrics / KPIs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Metrics tracked or under consideration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Key Risks / Issues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Top risks or blockers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Key Dependencies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Resources, funding, approvals, technology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Reporting / Data Sources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Power BI, Jira, Excel, SharePoint, etc.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Confidence Level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High / Medium / Low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304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Additional Comments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D2D79-B3FA-1D79-E8D1-2B16F18CE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21DD74-A6CA-C455-F6BF-082C8345D10B}"/>
              </a:ext>
            </a:extLst>
          </p:cNvPr>
          <p:cNvSpPr/>
          <p:nvPr/>
        </p:nvSpPr>
        <p:spPr>
          <a:xfrm>
            <a:off x="274320" y="182880"/>
            <a:ext cx="5486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5F"/>
                </a:solidFill>
              </a:rPr>
              <a:t>Initiative Health Update – V2</a:t>
            </a:r>
            <a:endParaRPr lang="en-US" sz="2200" dirty="0"/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EAD9E583-9C5B-C6CC-EF46-B2464FAEB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112487"/>
              </p:ext>
            </p:extLst>
          </p:nvPr>
        </p:nvGraphicFramePr>
        <p:xfrm>
          <a:off x="182880" y="1429968"/>
          <a:ext cx="11430000" cy="5229616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Overall Health Status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</a:rPr>
                        <a:t>Green</a:t>
                      </a: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 /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Amber</a:t>
                      </a: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 / </a:t>
                      </a:r>
                      <a:r>
                        <a:rPr lang="en-US" sz="1000" b="1" dirty="0">
                          <a:solidFill>
                            <a:srgbClr val="FF0000"/>
                          </a:solidFill>
                        </a:rPr>
                        <a:t>Red</a:t>
                      </a:r>
                      <a:endParaRPr 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Status Summary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Brief summary of current initiative health and progress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Key Accomplishments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Completed since last update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Work Currently Underway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Major activities in progress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Next Planned Activities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Planned next reporting period activities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3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Business Objectives / Expected Outcomes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Expected business outcomes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3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Progress vs. Plan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On Track / At Risk / Delayed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3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Key Milestones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Major milestones, target dates and status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3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Success Metrics / KPIs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Metrics tracked or under consideration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3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Key Risks / Issues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Top risks or blockers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73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Key Dependencies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Resources, funding, approvals, technology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73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Reporting / Data Sources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Power BI, Jira, Excel, SharePoint, etc.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73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Confidence Level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High / Medium / Low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373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Additional Comments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C5F477-E92F-8076-1C73-273A48BA9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516782"/>
              </p:ext>
            </p:extLst>
          </p:nvPr>
        </p:nvGraphicFramePr>
        <p:xfrm>
          <a:off x="182878" y="719666"/>
          <a:ext cx="11430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967264235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246106169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93175601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8853623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Initiative Name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Tower: 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Owner: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Reporting Period: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999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62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E97C7-F667-6B1C-32F9-BC3679B94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A43282-3721-BEAB-B663-22672AC1C87E}"/>
              </a:ext>
            </a:extLst>
          </p:cNvPr>
          <p:cNvSpPr/>
          <p:nvPr/>
        </p:nvSpPr>
        <p:spPr>
          <a:xfrm>
            <a:off x="274320" y="182880"/>
            <a:ext cx="5486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5F"/>
                </a:solidFill>
              </a:rPr>
              <a:t>Initiative Health Update – V3</a:t>
            </a:r>
            <a:endParaRPr lang="en-US" sz="2200" dirty="0"/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4FB28F0C-F036-1676-A73F-302D214BF9D4}"/>
              </a:ext>
            </a:extLst>
          </p:cNvPr>
          <p:cNvGraphicFramePr>
            <a:graphicFrameLocks noGrp="1"/>
          </p:cNvGraphicFramePr>
          <p:nvPr/>
        </p:nvGraphicFramePr>
        <p:xfrm>
          <a:off x="182880" y="640080"/>
          <a:ext cx="11430000" cy="53644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Section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Details / Owner Input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Initiative Name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Tower / Function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Initiative Owner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1F2937"/>
                          </a:solidFill>
                        </a:rPr>
                        <a:t>Initiative Objective</a:t>
                      </a:r>
                      <a:endParaRPr lang="en-US" sz="1000" b="1" dirty="0">
                        <a:solidFill>
                          <a:srgbClr val="1F2937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Reporting Period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Overall Health Status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</a:rPr>
                        <a:t>Green</a:t>
                      </a: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 /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Amber</a:t>
                      </a: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 / </a:t>
                      </a:r>
                      <a:r>
                        <a:rPr lang="en-US" sz="1000" b="1" dirty="0">
                          <a:solidFill>
                            <a:srgbClr val="FF0000"/>
                          </a:solidFill>
                        </a:rPr>
                        <a:t>Red</a:t>
                      </a:r>
                      <a:endParaRPr 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Status Summary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Brief summary of current initiative health and progress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Key Accomplishments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Completed since last update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Work Currently Underway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Major activities in progress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Next Planned Activities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Planned next reporting period activities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Business Objectives / Expected Outcomes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Expected business outcomes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Progress vs. Plan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On Track / At Risk / Delayed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Key Milestones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Major milestones, target dates and status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Success Metrics / KPIs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Metrics tracked or under consideration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Key Risks / Issues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Top risks or blockers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Key Dependencies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Resources, funding, approvals, technology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Leadership Support Required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Executive decisions or escalations needed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Reporting / Data Sources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Power BI, Jira, Excel, SharePoint, etc.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Next 30 Days Priorities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Top upcoming priorities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Confidence Level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High / Medium / Low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Additional Comments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5910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421</Words>
  <Application>Microsoft Office PowerPoint</Application>
  <PresentationFormat>Widescreen</PresentationFormat>
  <Paragraphs>107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Ayush Jain</dc:creator>
  <cp:lastModifiedBy>Ayush Jain</cp:lastModifiedBy>
  <cp:revision>11</cp:revision>
  <dcterms:created xsi:type="dcterms:W3CDTF">2026-07-14T20:10:01Z</dcterms:created>
  <dcterms:modified xsi:type="dcterms:W3CDTF">2026-07-14T22:00:22Z</dcterms:modified>
</cp:coreProperties>
</file>